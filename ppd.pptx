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28" d="100"/>
          <a:sy n="28" d="100"/>
        </p:scale>
        <p:origin x="12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243890-DED1-431F-AF7E-CED232550342}" type="doc">
      <dgm:prSet loTypeId="urn:microsoft.com/office/officeart/2018/2/layout/IconCircleList" loCatId="icon" qsTypeId="urn:microsoft.com/office/officeart/2005/8/quickstyle/simple1#32" qsCatId="simple" csTypeId="urn:microsoft.com/office/officeart/2005/8/colors/accent1_2#32" csCatId="accent1" phldr="1"/>
      <dgm:spPr/>
      <dgm:t>
        <a:bodyPr/>
        <a:lstStyle/>
        <a:p>
          <a:endParaRPr lang="en-US"/>
        </a:p>
      </dgm:t>
    </dgm:pt>
    <dgm:pt modelId="{2F8463C1-C21F-4B98-8EE3-95657B2672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EXPERIENCE</a:t>
          </a:r>
        </a:p>
      </dgm:t>
    </dgm:pt>
    <dgm:pt modelId="{E5C7D3EA-EAA6-4788-AE26-6CE7A4A147B4}" type="parTrans" cxnId="{D8457612-2738-4ADF-8D4B-24989F12C4BB}">
      <dgm:prSet/>
      <dgm:spPr/>
      <dgm:t>
        <a:bodyPr/>
        <a:lstStyle/>
        <a:p>
          <a:endParaRPr lang="en-US"/>
        </a:p>
      </dgm:t>
    </dgm:pt>
    <dgm:pt modelId="{D0D4FFE7-559F-49EA-B3B6-62F5A06880CC}" type="sibTrans" cxnId="{D8457612-2738-4ADF-8D4B-24989F12C4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A83F3E-EDF2-4942-B8D1-FA7AFF4A63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DEFINITION:</a:t>
          </a:r>
        </a:p>
      </dgm:t>
    </dgm:pt>
    <dgm:pt modelId="{AC03083B-F938-43F4-8BD2-950B95AC2B7A}" type="parTrans" cxnId="{2A9FFAE5-41B7-4F05-B538-777502190F03}">
      <dgm:prSet/>
      <dgm:spPr/>
      <dgm:t>
        <a:bodyPr/>
        <a:lstStyle/>
        <a:p>
          <a:endParaRPr lang="en-US"/>
        </a:p>
      </dgm:t>
    </dgm:pt>
    <dgm:pt modelId="{CDEEB313-D1C2-4E17-A876-A3A986AB5DF0}" type="sibTrans" cxnId="{2A9FFAE5-41B7-4F05-B538-777502190F0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3204E7-755E-49F9-A400-9150E1B433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describe how a user feels while using a product</a:t>
          </a:r>
        </a:p>
      </dgm:t>
    </dgm:pt>
    <dgm:pt modelId="{0D823C22-E935-413F-8ABB-76875A13AED7}" type="parTrans" cxnId="{261CAB59-481B-4E47-B9CE-5CBCBAF84C55}">
      <dgm:prSet/>
      <dgm:spPr/>
      <dgm:t>
        <a:bodyPr/>
        <a:lstStyle/>
        <a:p>
          <a:endParaRPr lang="en-US"/>
        </a:p>
      </dgm:t>
    </dgm:pt>
    <dgm:pt modelId="{1A43A738-E665-448A-B538-41A15423D9AA}" type="sibTrans" cxnId="{261CAB59-481B-4E47-B9CE-5CBCBAF84C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95D795B-944D-4931-980D-EF165823C2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UX focuses on easy to use satisfaction and efficiency</a:t>
          </a:r>
        </a:p>
      </dgm:t>
    </dgm:pt>
    <dgm:pt modelId="{3F02B037-32D2-4CF2-B93A-C457C5F53D96}" type="parTrans" cxnId="{8CBEB9DD-9329-4966-8479-1B80EE7C98BB}">
      <dgm:prSet/>
      <dgm:spPr/>
      <dgm:t>
        <a:bodyPr/>
        <a:lstStyle/>
        <a:p>
          <a:endParaRPr lang="en-US"/>
        </a:p>
      </dgm:t>
    </dgm:pt>
    <dgm:pt modelId="{426A750A-D356-48C4-B938-DC87976FAF5D}" type="sibTrans" cxnId="{8CBEB9DD-9329-4966-8479-1B80EE7C98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E9E8CA-F2C5-4614-B5B3-22077F51FA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Goods UX helps user complete tasks easily</a:t>
          </a:r>
        </a:p>
      </dgm:t>
    </dgm:pt>
    <dgm:pt modelId="{DFCCAF9A-CF29-4C5B-98FB-94F3095A8F7C}" type="parTrans" cxnId="{36282056-49D0-4409-BEF4-452A243469CD}">
      <dgm:prSet/>
      <dgm:spPr/>
      <dgm:t>
        <a:bodyPr/>
        <a:lstStyle/>
        <a:p>
          <a:endParaRPr lang="en-US"/>
        </a:p>
      </dgm:t>
    </dgm:pt>
    <dgm:pt modelId="{ED4FA848-A21F-4979-888B-587797C6ABFF}" type="sibTrans" cxnId="{36282056-49D0-4409-BEF4-452A243469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5961BF-9936-4088-B183-10CC8670B6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</a:t>
          </a:r>
        </a:p>
      </dgm:t>
    </dgm:pt>
    <dgm:pt modelId="{BB961C5B-8B31-4322-97AA-CF26FB0746E4}" type="parTrans" cxnId="{E749FC9F-2FEA-4683-929B-A78394EFC5D7}">
      <dgm:prSet/>
      <dgm:spPr/>
      <dgm:t>
        <a:bodyPr/>
        <a:lstStyle/>
        <a:p>
          <a:endParaRPr lang="en-US"/>
        </a:p>
      </dgm:t>
    </dgm:pt>
    <dgm:pt modelId="{6CFD0E5E-3125-4264-968E-DD23D690BA92}" type="sibTrans" cxnId="{E749FC9F-2FEA-4683-929B-A78394EFC5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C3FA43-F8DA-41C8-9FE9-FD776B2B97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.Easy navigation </a:t>
          </a:r>
        </a:p>
      </dgm:t>
    </dgm:pt>
    <dgm:pt modelId="{DD1E642C-D656-4323-A6FB-1477A4CBA843}" type="parTrans" cxnId="{95C14D7D-F50B-4FF4-ABBA-6A637659FC7B}">
      <dgm:prSet/>
      <dgm:spPr/>
      <dgm:t>
        <a:bodyPr/>
        <a:lstStyle/>
        <a:p>
          <a:endParaRPr lang="en-US"/>
        </a:p>
      </dgm:t>
    </dgm:pt>
    <dgm:pt modelId="{F0ADFBCF-77A3-4DC7-92C0-22507FF9120C}" type="sibTrans" cxnId="{95C14D7D-F50B-4FF4-ABBA-6A637659FC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FB71685-425B-4F60-BA77-37C0309089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.Delivery app</a:t>
          </a:r>
        </a:p>
      </dgm:t>
    </dgm:pt>
    <dgm:pt modelId="{13DA6F45-2E38-4358-B224-1AC3F6768C69}" type="parTrans" cxnId="{DE2CE5CA-4050-4D5E-ADE3-83428C0A2F2D}">
      <dgm:prSet/>
      <dgm:spPr/>
      <dgm:t>
        <a:bodyPr/>
        <a:lstStyle/>
        <a:p>
          <a:endParaRPr lang="en-US"/>
        </a:p>
      </dgm:t>
    </dgm:pt>
    <dgm:pt modelId="{00E0A6DF-887F-4C17-A576-ED3545E45D4A}" type="sibTrans" cxnId="{DE2CE5CA-4050-4D5E-ADE3-83428C0A2F2D}">
      <dgm:prSet/>
      <dgm:spPr/>
      <dgm:t>
        <a:bodyPr/>
        <a:lstStyle/>
        <a:p>
          <a:endParaRPr lang="en-US"/>
        </a:p>
      </dgm:t>
    </dgm:pt>
    <dgm:pt modelId="{C618964D-D406-4E4E-882D-D1FB13622B28}" type="pres">
      <dgm:prSet presAssocID="{74243890-DED1-431F-AF7E-CED232550342}" presName="root" presStyleCnt="0">
        <dgm:presLayoutVars>
          <dgm:dir/>
          <dgm:resizeHandles val="exact"/>
        </dgm:presLayoutVars>
      </dgm:prSet>
      <dgm:spPr/>
    </dgm:pt>
    <dgm:pt modelId="{B8B622EA-F9FB-45C8-9866-72FD891CA8E5}" type="pres">
      <dgm:prSet presAssocID="{74243890-DED1-431F-AF7E-CED232550342}" presName="container" presStyleCnt="0">
        <dgm:presLayoutVars>
          <dgm:dir/>
          <dgm:resizeHandles val="exact"/>
        </dgm:presLayoutVars>
      </dgm:prSet>
      <dgm:spPr/>
    </dgm:pt>
    <dgm:pt modelId="{60C7D6DD-A97B-4B89-94AC-7AE3C9CA837A}" type="pres">
      <dgm:prSet presAssocID="{2F8463C1-C21F-4B98-8EE3-95657B2672BB}" presName="compNode" presStyleCnt="0"/>
      <dgm:spPr/>
    </dgm:pt>
    <dgm:pt modelId="{9C157B95-BD54-4325-8407-BA64F99502E4}" type="pres">
      <dgm:prSet presAssocID="{2F8463C1-C21F-4B98-8EE3-95657B2672BB}" presName="iconBgRect" presStyleLbl="bgShp" presStyleIdx="0" presStyleCnt="8"/>
      <dgm:spPr/>
    </dgm:pt>
    <dgm:pt modelId="{AFE0B85B-715B-4994-A352-027C94A07B55}" type="pres">
      <dgm:prSet presAssocID="{2F8463C1-C21F-4B98-8EE3-95657B2672BB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5D7E0BA-9BA1-4B8C-AEAD-D34DC4928D1B}" type="pres">
      <dgm:prSet presAssocID="{2F8463C1-C21F-4B98-8EE3-95657B2672BB}" presName="spaceRect" presStyleCnt="0"/>
      <dgm:spPr/>
    </dgm:pt>
    <dgm:pt modelId="{A939315A-8C0F-4578-B8D2-24C443BD7DF2}" type="pres">
      <dgm:prSet presAssocID="{2F8463C1-C21F-4B98-8EE3-95657B2672BB}" presName="textRect" presStyleLbl="revTx" presStyleIdx="0" presStyleCnt="8">
        <dgm:presLayoutVars>
          <dgm:chMax val="1"/>
          <dgm:chPref val="1"/>
        </dgm:presLayoutVars>
      </dgm:prSet>
      <dgm:spPr/>
    </dgm:pt>
    <dgm:pt modelId="{3C279323-6146-40CD-AA91-FDF2E56DFA76}" type="pres">
      <dgm:prSet presAssocID="{D0D4FFE7-559F-49EA-B3B6-62F5A06880CC}" presName="sibTrans" presStyleLbl="sibTrans2D1" presStyleIdx="0" presStyleCnt="0"/>
      <dgm:spPr/>
    </dgm:pt>
    <dgm:pt modelId="{C22134A0-3C18-4199-AFCB-820632F61287}" type="pres">
      <dgm:prSet presAssocID="{7CA83F3E-EDF2-4942-B8D1-FA7AFF4A6386}" presName="compNode" presStyleCnt="0"/>
      <dgm:spPr/>
    </dgm:pt>
    <dgm:pt modelId="{B0949670-93BA-4C0A-AD88-6F27F8042C20}" type="pres">
      <dgm:prSet presAssocID="{7CA83F3E-EDF2-4942-B8D1-FA7AFF4A6386}" presName="iconBgRect" presStyleLbl="bgShp" presStyleIdx="1" presStyleCnt="8"/>
      <dgm:spPr/>
    </dgm:pt>
    <dgm:pt modelId="{3E93E6DC-BBBB-4827-894B-BEC28DD797A8}" type="pres">
      <dgm:prSet presAssocID="{7CA83F3E-EDF2-4942-B8D1-FA7AFF4A6386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DC26A48-AFFC-4FD0-8B3A-55715BD72CEB}" type="pres">
      <dgm:prSet presAssocID="{7CA83F3E-EDF2-4942-B8D1-FA7AFF4A6386}" presName="spaceRect" presStyleCnt="0"/>
      <dgm:spPr/>
    </dgm:pt>
    <dgm:pt modelId="{7E2BE771-9E92-4563-9030-94F9E574104E}" type="pres">
      <dgm:prSet presAssocID="{7CA83F3E-EDF2-4942-B8D1-FA7AFF4A6386}" presName="textRect" presStyleLbl="revTx" presStyleIdx="1" presStyleCnt="8">
        <dgm:presLayoutVars>
          <dgm:chMax val="1"/>
          <dgm:chPref val="1"/>
        </dgm:presLayoutVars>
      </dgm:prSet>
      <dgm:spPr/>
    </dgm:pt>
    <dgm:pt modelId="{E96825A6-C33E-4D35-8CBD-0E732B4817E6}" type="pres">
      <dgm:prSet presAssocID="{CDEEB313-D1C2-4E17-A876-A3A986AB5DF0}" presName="sibTrans" presStyleLbl="sibTrans2D1" presStyleIdx="0" presStyleCnt="0"/>
      <dgm:spPr/>
    </dgm:pt>
    <dgm:pt modelId="{E3EC2DDB-22DD-4283-8A34-B4606800FA4E}" type="pres">
      <dgm:prSet presAssocID="{E83204E7-755E-49F9-A400-9150E1B4335C}" presName="compNode" presStyleCnt="0"/>
      <dgm:spPr/>
    </dgm:pt>
    <dgm:pt modelId="{08F1EBF2-5986-4391-B0D3-E1345ED20D35}" type="pres">
      <dgm:prSet presAssocID="{E83204E7-755E-49F9-A400-9150E1B4335C}" presName="iconBgRect" presStyleLbl="bgShp" presStyleIdx="2" presStyleCnt="8"/>
      <dgm:spPr/>
    </dgm:pt>
    <dgm:pt modelId="{12E40AFD-E587-46D8-BF95-A270C371D96F}" type="pres">
      <dgm:prSet presAssocID="{E83204E7-755E-49F9-A400-9150E1B4335C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1465D43B-3542-4A3B-A5FE-A992ACBF872A}" type="pres">
      <dgm:prSet presAssocID="{E83204E7-755E-49F9-A400-9150E1B4335C}" presName="spaceRect" presStyleCnt="0"/>
      <dgm:spPr/>
    </dgm:pt>
    <dgm:pt modelId="{783A2E31-F05A-4A05-9DA3-9E4889E59079}" type="pres">
      <dgm:prSet presAssocID="{E83204E7-755E-49F9-A400-9150E1B4335C}" presName="textRect" presStyleLbl="revTx" presStyleIdx="2" presStyleCnt="8">
        <dgm:presLayoutVars>
          <dgm:chMax val="1"/>
          <dgm:chPref val="1"/>
        </dgm:presLayoutVars>
      </dgm:prSet>
      <dgm:spPr/>
    </dgm:pt>
    <dgm:pt modelId="{D2B3B8AE-A1D2-4D02-9C06-8E43B5B154E7}" type="pres">
      <dgm:prSet presAssocID="{1A43A738-E665-448A-B538-41A15423D9AA}" presName="sibTrans" presStyleLbl="sibTrans2D1" presStyleIdx="0" presStyleCnt="0"/>
      <dgm:spPr/>
    </dgm:pt>
    <dgm:pt modelId="{3156562E-B8DE-4915-80DB-70A19656B5BC}" type="pres">
      <dgm:prSet presAssocID="{095D795B-944D-4931-980D-EF165823C207}" presName="compNode" presStyleCnt="0"/>
      <dgm:spPr/>
    </dgm:pt>
    <dgm:pt modelId="{4FE7FB42-8C55-4F2B-9BB0-726097D9B54B}" type="pres">
      <dgm:prSet presAssocID="{095D795B-944D-4931-980D-EF165823C207}" presName="iconBgRect" presStyleLbl="bgShp" presStyleIdx="3" presStyleCnt="8"/>
      <dgm:spPr/>
    </dgm:pt>
    <dgm:pt modelId="{2FF5D65E-4E2C-40F4-95AF-6CCC16A76C69}" type="pres">
      <dgm:prSet presAssocID="{095D795B-944D-4931-980D-EF165823C207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50AB4B6-7918-475A-BD78-B616D71BB160}" type="pres">
      <dgm:prSet presAssocID="{095D795B-944D-4931-980D-EF165823C207}" presName="spaceRect" presStyleCnt="0"/>
      <dgm:spPr/>
    </dgm:pt>
    <dgm:pt modelId="{D3CFDDE1-E2B9-44EA-91D4-64221E8CF1A2}" type="pres">
      <dgm:prSet presAssocID="{095D795B-944D-4931-980D-EF165823C207}" presName="textRect" presStyleLbl="revTx" presStyleIdx="3" presStyleCnt="8">
        <dgm:presLayoutVars>
          <dgm:chMax val="1"/>
          <dgm:chPref val="1"/>
        </dgm:presLayoutVars>
      </dgm:prSet>
      <dgm:spPr/>
    </dgm:pt>
    <dgm:pt modelId="{28CE28EF-7C8E-4F67-BC49-4B64636BF429}" type="pres">
      <dgm:prSet presAssocID="{426A750A-D356-48C4-B938-DC87976FAF5D}" presName="sibTrans" presStyleLbl="sibTrans2D1" presStyleIdx="0" presStyleCnt="0"/>
      <dgm:spPr/>
    </dgm:pt>
    <dgm:pt modelId="{66BD8B43-9BBE-4162-8E8E-351C920C29CE}" type="pres">
      <dgm:prSet presAssocID="{1FE9E8CA-F2C5-4614-B5B3-22077F51FAD3}" presName="compNode" presStyleCnt="0"/>
      <dgm:spPr/>
    </dgm:pt>
    <dgm:pt modelId="{E741AB66-1713-4841-8840-7CD66E241639}" type="pres">
      <dgm:prSet presAssocID="{1FE9E8CA-F2C5-4614-B5B3-22077F51FAD3}" presName="iconBgRect" presStyleLbl="bgShp" presStyleIdx="4" presStyleCnt="8"/>
      <dgm:spPr/>
    </dgm:pt>
    <dgm:pt modelId="{BD5331CE-C678-4BBF-8006-8F650CAB12F3}" type="pres">
      <dgm:prSet presAssocID="{1FE9E8CA-F2C5-4614-B5B3-22077F51FAD3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93416947-278F-4972-8D53-8D75AA380DDC}" type="pres">
      <dgm:prSet presAssocID="{1FE9E8CA-F2C5-4614-B5B3-22077F51FAD3}" presName="spaceRect" presStyleCnt="0"/>
      <dgm:spPr/>
    </dgm:pt>
    <dgm:pt modelId="{6BEC1807-0517-4478-95D3-1A27B4BE29AD}" type="pres">
      <dgm:prSet presAssocID="{1FE9E8CA-F2C5-4614-B5B3-22077F51FAD3}" presName="textRect" presStyleLbl="revTx" presStyleIdx="4" presStyleCnt="8">
        <dgm:presLayoutVars>
          <dgm:chMax val="1"/>
          <dgm:chPref val="1"/>
        </dgm:presLayoutVars>
      </dgm:prSet>
      <dgm:spPr/>
    </dgm:pt>
    <dgm:pt modelId="{BF6A537C-7718-4819-A4BF-84FA12F2EBBE}" type="pres">
      <dgm:prSet presAssocID="{ED4FA848-A21F-4979-888B-587797C6ABFF}" presName="sibTrans" presStyleLbl="sibTrans2D1" presStyleIdx="0" presStyleCnt="0"/>
      <dgm:spPr/>
    </dgm:pt>
    <dgm:pt modelId="{120D5247-5472-447B-8329-6FE4C145A750}" type="pres">
      <dgm:prSet presAssocID="{A45961BF-9936-4088-B183-10CC8670B673}" presName="compNode" presStyleCnt="0"/>
      <dgm:spPr/>
    </dgm:pt>
    <dgm:pt modelId="{3F30B521-42B1-469A-9A10-84D223D95166}" type="pres">
      <dgm:prSet presAssocID="{A45961BF-9936-4088-B183-10CC8670B673}" presName="iconBgRect" presStyleLbl="bgShp" presStyleIdx="5" presStyleCnt="8"/>
      <dgm:spPr/>
    </dgm:pt>
    <dgm:pt modelId="{CF867085-5079-4312-B14D-F352C730AFAF}" type="pres">
      <dgm:prSet presAssocID="{A45961BF-9936-4088-B183-10CC8670B673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382010F-5DC7-4B8C-AD0C-E04681B562B5}" type="pres">
      <dgm:prSet presAssocID="{A45961BF-9936-4088-B183-10CC8670B673}" presName="spaceRect" presStyleCnt="0"/>
      <dgm:spPr/>
    </dgm:pt>
    <dgm:pt modelId="{048C8F4A-1308-4451-8453-7FE578686E17}" type="pres">
      <dgm:prSet presAssocID="{A45961BF-9936-4088-B183-10CC8670B673}" presName="textRect" presStyleLbl="revTx" presStyleIdx="5" presStyleCnt="8">
        <dgm:presLayoutVars>
          <dgm:chMax val="1"/>
          <dgm:chPref val="1"/>
        </dgm:presLayoutVars>
      </dgm:prSet>
      <dgm:spPr/>
    </dgm:pt>
    <dgm:pt modelId="{B8F9F7F3-7AF5-4440-8A2C-DE445C94FDB0}" type="pres">
      <dgm:prSet presAssocID="{6CFD0E5E-3125-4264-968E-DD23D690BA92}" presName="sibTrans" presStyleLbl="sibTrans2D1" presStyleIdx="0" presStyleCnt="0"/>
      <dgm:spPr/>
    </dgm:pt>
    <dgm:pt modelId="{117FEAB3-6FEF-4859-9B45-2C070AE4A7C6}" type="pres">
      <dgm:prSet presAssocID="{E7C3FA43-F8DA-41C8-9FE9-FD776B2B9730}" presName="compNode" presStyleCnt="0"/>
      <dgm:spPr/>
    </dgm:pt>
    <dgm:pt modelId="{3B686E1B-F849-44A4-8E77-C3A323594B32}" type="pres">
      <dgm:prSet presAssocID="{E7C3FA43-F8DA-41C8-9FE9-FD776B2B9730}" presName="iconBgRect" presStyleLbl="bgShp" presStyleIdx="6" presStyleCnt="8"/>
      <dgm:spPr/>
    </dgm:pt>
    <dgm:pt modelId="{D611C272-E8CF-4A58-B30A-695B82A2F788}" type="pres">
      <dgm:prSet presAssocID="{E7C3FA43-F8DA-41C8-9FE9-FD776B2B9730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7D213298-1256-4F87-AAEC-DF2A5F511F0B}" type="pres">
      <dgm:prSet presAssocID="{E7C3FA43-F8DA-41C8-9FE9-FD776B2B9730}" presName="spaceRect" presStyleCnt="0"/>
      <dgm:spPr/>
    </dgm:pt>
    <dgm:pt modelId="{43841B57-3157-4349-836E-C88E895DA83D}" type="pres">
      <dgm:prSet presAssocID="{E7C3FA43-F8DA-41C8-9FE9-FD776B2B9730}" presName="textRect" presStyleLbl="revTx" presStyleIdx="6" presStyleCnt="8">
        <dgm:presLayoutVars>
          <dgm:chMax val="1"/>
          <dgm:chPref val="1"/>
        </dgm:presLayoutVars>
      </dgm:prSet>
      <dgm:spPr/>
    </dgm:pt>
    <dgm:pt modelId="{1CDF8EE5-8D5B-4B7B-A04A-468D9BD8780D}" type="pres">
      <dgm:prSet presAssocID="{F0ADFBCF-77A3-4DC7-92C0-22507FF9120C}" presName="sibTrans" presStyleLbl="sibTrans2D1" presStyleIdx="0" presStyleCnt="0"/>
      <dgm:spPr/>
    </dgm:pt>
    <dgm:pt modelId="{AEE3F473-5680-4F6A-B4FB-87635CE6BF34}" type="pres">
      <dgm:prSet presAssocID="{AFB71685-425B-4F60-BA77-37C0309089C5}" presName="compNode" presStyleCnt="0"/>
      <dgm:spPr/>
    </dgm:pt>
    <dgm:pt modelId="{9115F690-3034-4BD1-BD8B-22E64922165C}" type="pres">
      <dgm:prSet presAssocID="{AFB71685-425B-4F60-BA77-37C0309089C5}" presName="iconBgRect" presStyleLbl="bgShp" presStyleIdx="7" presStyleCnt="8"/>
      <dgm:spPr/>
    </dgm:pt>
    <dgm:pt modelId="{B0E74601-873C-474D-92AC-22BC0101CCEA}" type="pres">
      <dgm:prSet presAssocID="{AFB71685-425B-4F60-BA77-37C0309089C5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A8B20EEC-8C81-4536-AD63-AEB5F8B2B0D1}" type="pres">
      <dgm:prSet presAssocID="{AFB71685-425B-4F60-BA77-37C0309089C5}" presName="spaceRect" presStyleCnt="0"/>
      <dgm:spPr/>
    </dgm:pt>
    <dgm:pt modelId="{A0DC85AB-4ED9-489A-A9C5-11E787A9BA09}" type="pres">
      <dgm:prSet presAssocID="{AFB71685-425B-4F60-BA77-37C0309089C5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D8457612-2738-4ADF-8D4B-24989F12C4BB}" srcId="{74243890-DED1-431F-AF7E-CED232550342}" destId="{2F8463C1-C21F-4B98-8EE3-95657B2672BB}" srcOrd="0" destOrd="0" parTransId="{E5C7D3EA-EAA6-4788-AE26-6CE7A4A147B4}" sibTransId="{D0D4FFE7-559F-49EA-B3B6-62F5A06880CC}"/>
    <dgm:cxn modelId="{33900B24-8ADF-4DAD-9F20-7DDF93BE6CEB}" type="presOf" srcId="{2F8463C1-C21F-4B98-8EE3-95657B2672BB}" destId="{A939315A-8C0F-4578-B8D2-24C443BD7DF2}" srcOrd="0" destOrd="0" presId="urn:microsoft.com/office/officeart/2018/2/layout/IconCircleList"/>
    <dgm:cxn modelId="{7026D438-5CA6-4DD2-9C13-F5848B0221D9}" type="presOf" srcId="{ED4FA848-A21F-4979-888B-587797C6ABFF}" destId="{BF6A537C-7718-4819-A4BF-84FA12F2EBBE}" srcOrd="0" destOrd="0" presId="urn:microsoft.com/office/officeart/2018/2/layout/IconCircleList"/>
    <dgm:cxn modelId="{5CD5C960-9D5F-450D-8B9F-F3F88AC0A2FD}" type="presOf" srcId="{74243890-DED1-431F-AF7E-CED232550342}" destId="{C618964D-D406-4E4E-882D-D1FB13622B28}" srcOrd="0" destOrd="0" presId="urn:microsoft.com/office/officeart/2018/2/layout/IconCircleList"/>
    <dgm:cxn modelId="{E5858743-41CB-4513-81CA-8AE3CC29C998}" type="presOf" srcId="{F0ADFBCF-77A3-4DC7-92C0-22507FF9120C}" destId="{1CDF8EE5-8D5B-4B7B-A04A-468D9BD8780D}" srcOrd="0" destOrd="0" presId="urn:microsoft.com/office/officeart/2018/2/layout/IconCircleList"/>
    <dgm:cxn modelId="{B4DB0671-4919-4E33-AD19-F81FCA4A5B28}" type="presOf" srcId="{E83204E7-755E-49F9-A400-9150E1B4335C}" destId="{783A2E31-F05A-4A05-9DA3-9E4889E59079}" srcOrd="0" destOrd="0" presId="urn:microsoft.com/office/officeart/2018/2/layout/IconCircleList"/>
    <dgm:cxn modelId="{B995C873-3790-4242-8605-F23DB97FDD69}" type="presOf" srcId="{1FE9E8CA-F2C5-4614-B5B3-22077F51FAD3}" destId="{6BEC1807-0517-4478-95D3-1A27B4BE29AD}" srcOrd="0" destOrd="0" presId="urn:microsoft.com/office/officeart/2018/2/layout/IconCircleList"/>
    <dgm:cxn modelId="{36282056-49D0-4409-BEF4-452A243469CD}" srcId="{74243890-DED1-431F-AF7E-CED232550342}" destId="{1FE9E8CA-F2C5-4614-B5B3-22077F51FAD3}" srcOrd="4" destOrd="0" parTransId="{DFCCAF9A-CF29-4C5B-98FB-94F3095A8F7C}" sibTransId="{ED4FA848-A21F-4979-888B-587797C6ABFF}"/>
    <dgm:cxn modelId="{261CAB59-481B-4E47-B9CE-5CBCBAF84C55}" srcId="{74243890-DED1-431F-AF7E-CED232550342}" destId="{E83204E7-755E-49F9-A400-9150E1B4335C}" srcOrd="2" destOrd="0" parTransId="{0D823C22-E935-413F-8ABB-76875A13AED7}" sibTransId="{1A43A738-E665-448A-B538-41A15423D9AA}"/>
    <dgm:cxn modelId="{95C14D7D-F50B-4FF4-ABBA-6A637659FC7B}" srcId="{74243890-DED1-431F-AF7E-CED232550342}" destId="{E7C3FA43-F8DA-41C8-9FE9-FD776B2B9730}" srcOrd="6" destOrd="0" parTransId="{DD1E642C-D656-4323-A6FB-1477A4CBA843}" sibTransId="{F0ADFBCF-77A3-4DC7-92C0-22507FF9120C}"/>
    <dgm:cxn modelId="{D87F7187-FE27-4EDD-891B-BB1027A81EB6}" type="presOf" srcId="{AFB71685-425B-4F60-BA77-37C0309089C5}" destId="{A0DC85AB-4ED9-489A-A9C5-11E787A9BA09}" srcOrd="0" destOrd="0" presId="urn:microsoft.com/office/officeart/2018/2/layout/IconCircleList"/>
    <dgm:cxn modelId="{2256C388-90C0-43AE-A0A0-07AB421B963B}" type="presOf" srcId="{E7C3FA43-F8DA-41C8-9FE9-FD776B2B9730}" destId="{43841B57-3157-4349-836E-C88E895DA83D}" srcOrd="0" destOrd="0" presId="urn:microsoft.com/office/officeart/2018/2/layout/IconCircleList"/>
    <dgm:cxn modelId="{0EF5A68D-7EBD-4CC1-AC07-5859B25FA4D3}" type="presOf" srcId="{D0D4FFE7-559F-49EA-B3B6-62F5A06880CC}" destId="{3C279323-6146-40CD-AA91-FDF2E56DFA76}" srcOrd="0" destOrd="0" presId="urn:microsoft.com/office/officeart/2018/2/layout/IconCircleList"/>
    <dgm:cxn modelId="{88DC5C8F-E404-460E-B9CF-16BB1B419111}" type="presOf" srcId="{7CA83F3E-EDF2-4942-B8D1-FA7AFF4A6386}" destId="{7E2BE771-9E92-4563-9030-94F9E574104E}" srcOrd="0" destOrd="0" presId="urn:microsoft.com/office/officeart/2018/2/layout/IconCircleList"/>
    <dgm:cxn modelId="{E749FC9F-2FEA-4683-929B-A78394EFC5D7}" srcId="{74243890-DED1-431F-AF7E-CED232550342}" destId="{A45961BF-9936-4088-B183-10CC8670B673}" srcOrd="5" destOrd="0" parTransId="{BB961C5B-8B31-4322-97AA-CF26FB0746E4}" sibTransId="{6CFD0E5E-3125-4264-968E-DD23D690BA92}"/>
    <dgm:cxn modelId="{4FB802A2-1D39-4CCC-BD6D-B81E785A9D87}" type="presOf" srcId="{CDEEB313-D1C2-4E17-A876-A3A986AB5DF0}" destId="{E96825A6-C33E-4D35-8CBD-0E732B4817E6}" srcOrd="0" destOrd="0" presId="urn:microsoft.com/office/officeart/2018/2/layout/IconCircleList"/>
    <dgm:cxn modelId="{6C699FAE-0D9A-4659-9E33-F93C3B4C0596}" type="presOf" srcId="{1A43A738-E665-448A-B538-41A15423D9AA}" destId="{D2B3B8AE-A1D2-4D02-9C06-8E43B5B154E7}" srcOrd="0" destOrd="0" presId="urn:microsoft.com/office/officeart/2018/2/layout/IconCircleList"/>
    <dgm:cxn modelId="{8CB110B3-DCDB-4468-A542-713DCCB67097}" type="presOf" srcId="{6CFD0E5E-3125-4264-968E-DD23D690BA92}" destId="{B8F9F7F3-7AF5-4440-8A2C-DE445C94FDB0}" srcOrd="0" destOrd="0" presId="urn:microsoft.com/office/officeart/2018/2/layout/IconCircleList"/>
    <dgm:cxn modelId="{DE2CE5CA-4050-4D5E-ADE3-83428C0A2F2D}" srcId="{74243890-DED1-431F-AF7E-CED232550342}" destId="{AFB71685-425B-4F60-BA77-37C0309089C5}" srcOrd="7" destOrd="0" parTransId="{13DA6F45-2E38-4358-B224-1AC3F6768C69}" sibTransId="{00E0A6DF-887F-4C17-A576-ED3545E45D4A}"/>
    <dgm:cxn modelId="{CD5153D4-CB6F-4058-9B1E-C122D3A5BC66}" type="presOf" srcId="{426A750A-D356-48C4-B938-DC87976FAF5D}" destId="{28CE28EF-7C8E-4F67-BC49-4B64636BF429}" srcOrd="0" destOrd="0" presId="urn:microsoft.com/office/officeart/2018/2/layout/IconCircleList"/>
    <dgm:cxn modelId="{8CBEB9DD-9329-4966-8479-1B80EE7C98BB}" srcId="{74243890-DED1-431F-AF7E-CED232550342}" destId="{095D795B-944D-4931-980D-EF165823C207}" srcOrd="3" destOrd="0" parTransId="{3F02B037-32D2-4CF2-B93A-C457C5F53D96}" sibTransId="{426A750A-D356-48C4-B938-DC87976FAF5D}"/>
    <dgm:cxn modelId="{58D71FE5-88DF-4972-83C1-CBF5B957C7B2}" type="presOf" srcId="{095D795B-944D-4931-980D-EF165823C207}" destId="{D3CFDDE1-E2B9-44EA-91D4-64221E8CF1A2}" srcOrd="0" destOrd="0" presId="urn:microsoft.com/office/officeart/2018/2/layout/IconCircleList"/>
    <dgm:cxn modelId="{2A9FFAE5-41B7-4F05-B538-777502190F03}" srcId="{74243890-DED1-431F-AF7E-CED232550342}" destId="{7CA83F3E-EDF2-4942-B8D1-FA7AFF4A6386}" srcOrd="1" destOrd="0" parTransId="{AC03083B-F938-43F4-8BD2-950B95AC2B7A}" sibTransId="{CDEEB313-D1C2-4E17-A876-A3A986AB5DF0}"/>
    <dgm:cxn modelId="{11E1DEF8-CA2B-4928-8780-F9A65F0ECAB2}" type="presOf" srcId="{A45961BF-9936-4088-B183-10CC8670B673}" destId="{048C8F4A-1308-4451-8453-7FE578686E17}" srcOrd="0" destOrd="0" presId="urn:microsoft.com/office/officeart/2018/2/layout/IconCircleList"/>
    <dgm:cxn modelId="{A884A198-2BD9-49A6-B19E-008BD1021F62}" type="presParOf" srcId="{C618964D-D406-4E4E-882D-D1FB13622B28}" destId="{B8B622EA-F9FB-45C8-9866-72FD891CA8E5}" srcOrd="0" destOrd="0" presId="urn:microsoft.com/office/officeart/2018/2/layout/IconCircleList"/>
    <dgm:cxn modelId="{18A7D639-3320-47BD-B123-89FAB00349F1}" type="presParOf" srcId="{B8B622EA-F9FB-45C8-9866-72FD891CA8E5}" destId="{60C7D6DD-A97B-4B89-94AC-7AE3C9CA837A}" srcOrd="0" destOrd="0" presId="urn:microsoft.com/office/officeart/2018/2/layout/IconCircleList"/>
    <dgm:cxn modelId="{48F86200-7E91-4A26-86A7-3F0D934AD13D}" type="presParOf" srcId="{60C7D6DD-A97B-4B89-94AC-7AE3C9CA837A}" destId="{9C157B95-BD54-4325-8407-BA64F99502E4}" srcOrd="0" destOrd="0" presId="urn:microsoft.com/office/officeart/2018/2/layout/IconCircleList"/>
    <dgm:cxn modelId="{47A34C2A-0924-4CB4-9AC6-EE9647C2D690}" type="presParOf" srcId="{60C7D6DD-A97B-4B89-94AC-7AE3C9CA837A}" destId="{AFE0B85B-715B-4994-A352-027C94A07B55}" srcOrd="1" destOrd="0" presId="urn:microsoft.com/office/officeart/2018/2/layout/IconCircleList"/>
    <dgm:cxn modelId="{21A1BC24-CC5C-4664-B41B-13105A19F0DA}" type="presParOf" srcId="{60C7D6DD-A97B-4B89-94AC-7AE3C9CA837A}" destId="{35D7E0BA-9BA1-4B8C-AEAD-D34DC4928D1B}" srcOrd="2" destOrd="0" presId="urn:microsoft.com/office/officeart/2018/2/layout/IconCircleList"/>
    <dgm:cxn modelId="{1B34C541-0B38-4224-8612-4BC652FDDB0A}" type="presParOf" srcId="{60C7D6DD-A97B-4B89-94AC-7AE3C9CA837A}" destId="{A939315A-8C0F-4578-B8D2-24C443BD7DF2}" srcOrd="3" destOrd="0" presId="urn:microsoft.com/office/officeart/2018/2/layout/IconCircleList"/>
    <dgm:cxn modelId="{41CAB38B-BA35-4C60-8728-E1E9741DB755}" type="presParOf" srcId="{B8B622EA-F9FB-45C8-9866-72FD891CA8E5}" destId="{3C279323-6146-40CD-AA91-FDF2E56DFA76}" srcOrd="1" destOrd="0" presId="urn:microsoft.com/office/officeart/2018/2/layout/IconCircleList"/>
    <dgm:cxn modelId="{4E188CAA-122D-494C-93E8-6D5192F34CA1}" type="presParOf" srcId="{B8B622EA-F9FB-45C8-9866-72FD891CA8E5}" destId="{C22134A0-3C18-4199-AFCB-820632F61287}" srcOrd="2" destOrd="0" presId="urn:microsoft.com/office/officeart/2018/2/layout/IconCircleList"/>
    <dgm:cxn modelId="{B6C5A5E6-1FC9-4CAD-AD5B-55811713EEDB}" type="presParOf" srcId="{C22134A0-3C18-4199-AFCB-820632F61287}" destId="{B0949670-93BA-4C0A-AD88-6F27F8042C20}" srcOrd="0" destOrd="0" presId="urn:microsoft.com/office/officeart/2018/2/layout/IconCircleList"/>
    <dgm:cxn modelId="{BDDD5146-DEDF-44F0-AB59-EE9B51A69D65}" type="presParOf" srcId="{C22134A0-3C18-4199-AFCB-820632F61287}" destId="{3E93E6DC-BBBB-4827-894B-BEC28DD797A8}" srcOrd="1" destOrd="0" presId="urn:microsoft.com/office/officeart/2018/2/layout/IconCircleList"/>
    <dgm:cxn modelId="{24638B56-6EDF-4358-9133-D91CC4B9B05B}" type="presParOf" srcId="{C22134A0-3C18-4199-AFCB-820632F61287}" destId="{5DC26A48-AFFC-4FD0-8B3A-55715BD72CEB}" srcOrd="2" destOrd="0" presId="urn:microsoft.com/office/officeart/2018/2/layout/IconCircleList"/>
    <dgm:cxn modelId="{3B0380B1-2D03-4ED5-9311-F2842F484A28}" type="presParOf" srcId="{C22134A0-3C18-4199-AFCB-820632F61287}" destId="{7E2BE771-9E92-4563-9030-94F9E574104E}" srcOrd="3" destOrd="0" presId="urn:microsoft.com/office/officeart/2018/2/layout/IconCircleList"/>
    <dgm:cxn modelId="{4F09399F-11DE-4849-A77C-3C824BFBDF8A}" type="presParOf" srcId="{B8B622EA-F9FB-45C8-9866-72FD891CA8E5}" destId="{E96825A6-C33E-4D35-8CBD-0E732B4817E6}" srcOrd="3" destOrd="0" presId="urn:microsoft.com/office/officeart/2018/2/layout/IconCircleList"/>
    <dgm:cxn modelId="{C74EB410-4013-4731-A692-43F7742D2A58}" type="presParOf" srcId="{B8B622EA-F9FB-45C8-9866-72FD891CA8E5}" destId="{E3EC2DDB-22DD-4283-8A34-B4606800FA4E}" srcOrd="4" destOrd="0" presId="urn:microsoft.com/office/officeart/2018/2/layout/IconCircleList"/>
    <dgm:cxn modelId="{84F71EC8-33A8-4C6F-9D90-4FE55B4B972F}" type="presParOf" srcId="{E3EC2DDB-22DD-4283-8A34-B4606800FA4E}" destId="{08F1EBF2-5986-4391-B0D3-E1345ED20D35}" srcOrd="0" destOrd="0" presId="urn:microsoft.com/office/officeart/2018/2/layout/IconCircleList"/>
    <dgm:cxn modelId="{44E08E89-0FC1-4F6A-8F55-C1A6C3CAE820}" type="presParOf" srcId="{E3EC2DDB-22DD-4283-8A34-B4606800FA4E}" destId="{12E40AFD-E587-46D8-BF95-A270C371D96F}" srcOrd="1" destOrd="0" presId="urn:microsoft.com/office/officeart/2018/2/layout/IconCircleList"/>
    <dgm:cxn modelId="{02F6E96B-8612-4B9D-ADAF-4716F57B8218}" type="presParOf" srcId="{E3EC2DDB-22DD-4283-8A34-B4606800FA4E}" destId="{1465D43B-3542-4A3B-A5FE-A992ACBF872A}" srcOrd="2" destOrd="0" presId="urn:microsoft.com/office/officeart/2018/2/layout/IconCircleList"/>
    <dgm:cxn modelId="{04DD24BC-AA80-4DCE-AAB8-3427FB4EF3FA}" type="presParOf" srcId="{E3EC2DDB-22DD-4283-8A34-B4606800FA4E}" destId="{783A2E31-F05A-4A05-9DA3-9E4889E59079}" srcOrd="3" destOrd="0" presId="urn:microsoft.com/office/officeart/2018/2/layout/IconCircleList"/>
    <dgm:cxn modelId="{BFC765D7-06C3-4B11-8FF9-58A7B4750790}" type="presParOf" srcId="{B8B622EA-F9FB-45C8-9866-72FD891CA8E5}" destId="{D2B3B8AE-A1D2-4D02-9C06-8E43B5B154E7}" srcOrd="5" destOrd="0" presId="urn:microsoft.com/office/officeart/2018/2/layout/IconCircleList"/>
    <dgm:cxn modelId="{65244EDA-44E6-4FEA-9929-C7FC147EA399}" type="presParOf" srcId="{B8B622EA-F9FB-45C8-9866-72FD891CA8E5}" destId="{3156562E-B8DE-4915-80DB-70A19656B5BC}" srcOrd="6" destOrd="0" presId="urn:microsoft.com/office/officeart/2018/2/layout/IconCircleList"/>
    <dgm:cxn modelId="{A5B94BAA-76F7-48E6-8EDC-E045B9B653E5}" type="presParOf" srcId="{3156562E-B8DE-4915-80DB-70A19656B5BC}" destId="{4FE7FB42-8C55-4F2B-9BB0-726097D9B54B}" srcOrd="0" destOrd="0" presId="urn:microsoft.com/office/officeart/2018/2/layout/IconCircleList"/>
    <dgm:cxn modelId="{F9840CF2-9071-4694-96A7-F0B5F50C490C}" type="presParOf" srcId="{3156562E-B8DE-4915-80DB-70A19656B5BC}" destId="{2FF5D65E-4E2C-40F4-95AF-6CCC16A76C69}" srcOrd="1" destOrd="0" presId="urn:microsoft.com/office/officeart/2018/2/layout/IconCircleList"/>
    <dgm:cxn modelId="{8FE90771-4EB4-4E86-9E5A-F66F6BA84665}" type="presParOf" srcId="{3156562E-B8DE-4915-80DB-70A19656B5BC}" destId="{950AB4B6-7918-475A-BD78-B616D71BB160}" srcOrd="2" destOrd="0" presId="urn:microsoft.com/office/officeart/2018/2/layout/IconCircleList"/>
    <dgm:cxn modelId="{2D5B41F1-BE3D-4C30-87B8-31C605A06294}" type="presParOf" srcId="{3156562E-B8DE-4915-80DB-70A19656B5BC}" destId="{D3CFDDE1-E2B9-44EA-91D4-64221E8CF1A2}" srcOrd="3" destOrd="0" presId="urn:microsoft.com/office/officeart/2018/2/layout/IconCircleList"/>
    <dgm:cxn modelId="{557DB697-DD10-4FE6-B6B2-1DC7927A8006}" type="presParOf" srcId="{B8B622EA-F9FB-45C8-9866-72FD891CA8E5}" destId="{28CE28EF-7C8E-4F67-BC49-4B64636BF429}" srcOrd="7" destOrd="0" presId="urn:microsoft.com/office/officeart/2018/2/layout/IconCircleList"/>
    <dgm:cxn modelId="{14555877-8585-4186-9E56-BBF1A444FAE1}" type="presParOf" srcId="{B8B622EA-F9FB-45C8-9866-72FD891CA8E5}" destId="{66BD8B43-9BBE-4162-8E8E-351C920C29CE}" srcOrd="8" destOrd="0" presId="urn:microsoft.com/office/officeart/2018/2/layout/IconCircleList"/>
    <dgm:cxn modelId="{78AD4F9A-A0BB-4077-AAB1-B3A274C3B103}" type="presParOf" srcId="{66BD8B43-9BBE-4162-8E8E-351C920C29CE}" destId="{E741AB66-1713-4841-8840-7CD66E241639}" srcOrd="0" destOrd="0" presId="urn:microsoft.com/office/officeart/2018/2/layout/IconCircleList"/>
    <dgm:cxn modelId="{4930A21F-A540-454D-B84C-FB42917E06AF}" type="presParOf" srcId="{66BD8B43-9BBE-4162-8E8E-351C920C29CE}" destId="{BD5331CE-C678-4BBF-8006-8F650CAB12F3}" srcOrd="1" destOrd="0" presId="urn:microsoft.com/office/officeart/2018/2/layout/IconCircleList"/>
    <dgm:cxn modelId="{37BFE8CD-3DCC-4579-A9BD-1DDCF361F967}" type="presParOf" srcId="{66BD8B43-9BBE-4162-8E8E-351C920C29CE}" destId="{93416947-278F-4972-8D53-8D75AA380DDC}" srcOrd="2" destOrd="0" presId="urn:microsoft.com/office/officeart/2018/2/layout/IconCircleList"/>
    <dgm:cxn modelId="{557AD833-9126-44F7-B260-F3FE45E22C7E}" type="presParOf" srcId="{66BD8B43-9BBE-4162-8E8E-351C920C29CE}" destId="{6BEC1807-0517-4478-95D3-1A27B4BE29AD}" srcOrd="3" destOrd="0" presId="urn:microsoft.com/office/officeart/2018/2/layout/IconCircleList"/>
    <dgm:cxn modelId="{96A27314-043E-4ADA-9FA4-E5063E232CD3}" type="presParOf" srcId="{B8B622EA-F9FB-45C8-9866-72FD891CA8E5}" destId="{BF6A537C-7718-4819-A4BF-84FA12F2EBBE}" srcOrd="9" destOrd="0" presId="urn:microsoft.com/office/officeart/2018/2/layout/IconCircleList"/>
    <dgm:cxn modelId="{3EBFC446-16DF-44A4-8BE8-31F6C7849CD6}" type="presParOf" srcId="{B8B622EA-F9FB-45C8-9866-72FD891CA8E5}" destId="{120D5247-5472-447B-8329-6FE4C145A750}" srcOrd="10" destOrd="0" presId="urn:microsoft.com/office/officeart/2018/2/layout/IconCircleList"/>
    <dgm:cxn modelId="{3F995EA0-35F4-4266-9CF6-DE41A03CD790}" type="presParOf" srcId="{120D5247-5472-447B-8329-6FE4C145A750}" destId="{3F30B521-42B1-469A-9A10-84D223D95166}" srcOrd="0" destOrd="0" presId="urn:microsoft.com/office/officeart/2018/2/layout/IconCircleList"/>
    <dgm:cxn modelId="{DB7345D5-B0AC-4EA6-8400-85AA33BB069B}" type="presParOf" srcId="{120D5247-5472-447B-8329-6FE4C145A750}" destId="{CF867085-5079-4312-B14D-F352C730AFAF}" srcOrd="1" destOrd="0" presId="urn:microsoft.com/office/officeart/2018/2/layout/IconCircleList"/>
    <dgm:cxn modelId="{34DBA3B4-8399-4AA8-BC13-377B9094F6CA}" type="presParOf" srcId="{120D5247-5472-447B-8329-6FE4C145A750}" destId="{9382010F-5DC7-4B8C-AD0C-E04681B562B5}" srcOrd="2" destOrd="0" presId="urn:microsoft.com/office/officeart/2018/2/layout/IconCircleList"/>
    <dgm:cxn modelId="{7CA4D3D3-950E-41E0-8902-27BEABAF9A3F}" type="presParOf" srcId="{120D5247-5472-447B-8329-6FE4C145A750}" destId="{048C8F4A-1308-4451-8453-7FE578686E17}" srcOrd="3" destOrd="0" presId="urn:microsoft.com/office/officeart/2018/2/layout/IconCircleList"/>
    <dgm:cxn modelId="{4FB7A012-F7AF-4619-8677-B3E377CFC522}" type="presParOf" srcId="{B8B622EA-F9FB-45C8-9866-72FD891CA8E5}" destId="{B8F9F7F3-7AF5-4440-8A2C-DE445C94FDB0}" srcOrd="11" destOrd="0" presId="urn:microsoft.com/office/officeart/2018/2/layout/IconCircleList"/>
    <dgm:cxn modelId="{27593C42-E82A-4AB7-B97B-2EB2C973153E}" type="presParOf" srcId="{B8B622EA-F9FB-45C8-9866-72FD891CA8E5}" destId="{117FEAB3-6FEF-4859-9B45-2C070AE4A7C6}" srcOrd="12" destOrd="0" presId="urn:microsoft.com/office/officeart/2018/2/layout/IconCircleList"/>
    <dgm:cxn modelId="{268AC983-129D-439C-AC12-181411873541}" type="presParOf" srcId="{117FEAB3-6FEF-4859-9B45-2C070AE4A7C6}" destId="{3B686E1B-F849-44A4-8E77-C3A323594B32}" srcOrd="0" destOrd="0" presId="urn:microsoft.com/office/officeart/2018/2/layout/IconCircleList"/>
    <dgm:cxn modelId="{F8C13A83-6CD4-43A0-9B8F-0D431257B284}" type="presParOf" srcId="{117FEAB3-6FEF-4859-9B45-2C070AE4A7C6}" destId="{D611C272-E8CF-4A58-B30A-695B82A2F788}" srcOrd="1" destOrd="0" presId="urn:microsoft.com/office/officeart/2018/2/layout/IconCircleList"/>
    <dgm:cxn modelId="{BDF5C4B1-0F39-44BD-B1EA-8FF7E4DC86BF}" type="presParOf" srcId="{117FEAB3-6FEF-4859-9B45-2C070AE4A7C6}" destId="{7D213298-1256-4F87-AAEC-DF2A5F511F0B}" srcOrd="2" destOrd="0" presId="urn:microsoft.com/office/officeart/2018/2/layout/IconCircleList"/>
    <dgm:cxn modelId="{B251CD10-E74B-4C20-9E85-D25047FDCBCB}" type="presParOf" srcId="{117FEAB3-6FEF-4859-9B45-2C070AE4A7C6}" destId="{43841B57-3157-4349-836E-C88E895DA83D}" srcOrd="3" destOrd="0" presId="urn:microsoft.com/office/officeart/2018/2/layout/IconCircleList"/>
    <dgm:cxn modelId="{67C82448-FD74-4278-ACEA-131228282287}" type="presParOf" srcId="{B8B622EA-F9FB-45C8-9866-72FD891CA8E5}" destId="{1CDF8EE5-8D5B-4B7B-A04A-468D9BD8780D}" srcOrd="13" destOrd="0" presId="urn:microsoft.com/office/officeart/2018/2/layout/IconCircleList"/>
    <dgm:cxn modelId="{4E0F56D0-0CED-4713-B32D-C728BD803298}" type="presParOf" srcId="{B8B622EA-F9FB-45C8-9866-72FD891CA8E5}" destId="{AEE3F473-5680-4F6A-B4FB-87635CE6BF34}" srcOrd="14" destOrd="0" presId="urn:microsoft.com/office/officeart/2018/2/layout/IconCircleList"/>
    <dgm:cxn modelId="{0371BE45-EB26-47D8-A917-6886E805BAB4}" type="presParOf" srcId="{AEE3F473-5680-4F6A-B4FB-87635CE6BF34}" destId="{9115F690-3034-4BD1-BD8B-22E64922165C}" srcOrd="0" destOrd="0" presId="urn:microsoft.com/office/officeart/2018/2/layout/IconCircleList"/>
    <dgm:cxn modelId="{A5CA4D95-5AC5-4A11-8C6C-084B77658258}" type="presParOf" srcId="{AEE3F473-5680-4F6A-B4FB-87635CE6BF34}" destId="{B0E74601-873C-474D-92AC-22BC0101CCEA}" srcOrd="1" destOrd="0" presId="urn:microsoft.com/office/officeart/2018/2/layout/IconCircleList"/>
    <dgm:cxn modelId="{EB9CB514-ACF0-4A66-A5AB-3B2D4C08C292}" type="presParOf" srcId="{AEE3F473-5680-4F6A-B4FB-87635CE6BF34}" destId="{A8B20EEC-8C81-4536-AD63-AEB5F8B2B0D1}" srcOrd="2" destOrd="0" presId="urn:microsoft.com/office/officeart/2018/2/layout/IconCircleList"/>
    <dgm:cxn modelId="{6F074243-F0B9-4AD1-AD87-1B2FDFD8465F}" type="presParOf" srcId="{AEE3F473-5680-4F6A-B4FB-87635CE6BF34}" destId="{A0DC85AB-4ED9-489A-A9C5-11E787A9BA0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9E53BE-5C2D-440B-BBAF-6027E4361ECE}" type="doc">
      <dgm:prSet loTypeId="urn:microsoft.com/office/officeart/2005/8/layout/vList5" loCatId="list" qsTypeId="urn:microsoft.com/office/officeart/2005/8/quickstyle/simple5#6" qsCatId="simple" csTypeId="urn:microsoft.com/office/officeart/2005/8/colors/accent1_2#39" csCatId="accent1"/>
      <dgm:spPr/>
      <dgm:t>
        <a:bodyPr/>
        <a:lstStyle/>
        <a:p>
          <a:endParaRPr lang="en-US"/>
        </a:p>
      </dgm:t>
    </dgm:pt>
    <dgm:pt modelId="{92876CA7-CD6E-4EBC-9A11-27A4A0867BC8}">
      <dgm:prSet/>
      <dgm:spPr/>
      <dgm:t>
        <a:bodyPr/>
        <a:lstStyle/>
        <a:p>
          <a:r>
            <a:rPr lang="en-US"/>
            <a:t>UI and UX work together to create better a digital product</a:t>
          </a:r>
        </a:p>
      </dgm:t>
    </dgm:pt>
    <dgm:pt modelId="{BE821B39-B997-48CB-8256-EB2330369EFE}" type="parTrans" cxnId="{D8F3E0B6-3316-4E5B-9AEE-4C52B447413F}">
      <dgm:prSet/>
      <dgm:spPr/>
      <dgm:t>
        <a:bodyPr/>
        <a:lstStyle/>
        <a:p>
          <a:endParaRPr lang="en-US"/>
        </a:p>
      </dgm:t>
    </dgm:pt>
    <dgm:pt modelId="{2B0BF221-FC7B-4F3D-A201-D9A8E2209492}" type="sibTrans" cxnId="{D8F3E0B6-3316-4E5B-9AEE-4C52B447413F}">
      <dgm:prSet/>
      <dgm:spPr/>
      <dgm:t>
        <a:bodyPr/>
        <a:lstStyle/>
        <a:p>
          <a:endParaRPr lang="en-US"/>
        </a:p>
      </dgm:t>
    </dgm:pt>
    <dgm:pt modelId="{9CEF210E-5517-46C6-BDB9-7804CBB773BD}">
      <dgm:prSet/>
      <dgm:spPr/>
      <dgm:t>
        <a:bodyPr/>
        <a:lstStyle/>
        <a:p>
          <a:r>
            <a:rPr lang="en-US"/>
            <a:t>UI focuses on how the product  looks</a:t>
          </a:r>
        </a:p>
      </dgm:t>
    </dgm:pt>
    <dgm:pt modelId="{05230E44-EA04-4E04-9299-E323DE2F591F}" type="parTrans" cxnId="{016B8CC4-E735-4E81-AF4D-1A04231E4804}">
      <dgm:prSet/>
      <dgm:spPr/>
      <dgm:t>
        <a:bodyPr/>
        <a:lstStyle/>
        <a:p>
          <a:endParaRPr lang="en-US"/>
        </a:p>
      </dgm:t>
    </dgm:pt>
    <dgm:pt modelId="{2D281346-F84E-4BBA-B3F6-A39C42C6ADA3}" type="sibTrans" cxnId="{016B8CC4-E735-4E81-AF4D-1A04231E4804}">
      <dgm:prSet/>
      <dgm:spPr/>
      <dgm:t>
        <a:bodyPr/>
        <a:lstStyle/>
        <a:p>
          <a:endParaRPr lang="en-US"/>
        </a:p>
      </dgm:t>
    </dgm:pt>
    <dgm:pt modelId="{D92ECBDC-0A2C-4E46-A94F-BC1D5186B835}">
      <dgm:prSet/>
      <dgm:spPr/>
      <dgm:t>
        <a:bodyPr/>
        <a:lstStyle/>
        <a:p>
          <a:r>
            <a:rPr lang="en-US"/>
            <a:t>UX focuses on how the products works and feels</a:t>
          </a:r>
        </a:p>
      </dgm:t>
    </dgm:pt>
    <dgm:pt modelId="{C9B52811-56FE-4706-A9B9-0E09DB4D3A3D}" type="parTrans" cxnId="{2DE7FF32-A05C-4D5E-9CCF-A5081AE3E255}">
      <dgm:prSet/>
      <dgm:spPr/>
      <dgm:t>
        <a:bodyPr/>
        <a:lstStyle/>
        <a:p>
          <a:endParaRPr lang="en-US"/>
        </a:p>
      </dgm:t>
    </dgm:pt>
    <dgm:pt modelId="{A3B650A2-DCAB-47F7-BD0B-325E20038952}" type="sibTrans" cxnId="{2DE7FF32-A05C-4D5E-9CCF-A5081AE3E255}">
      <dgm:prSet/>
      <dgm:spPr/>
      <dgm:t>
        <a:bodyPr/>
        <a:lstStyle/>
        <a:p>
          <a:endParaRPr lang="en-US"/>
        </a:p>
      </dgm:t>
    </dgm:pt>
    <dgm:pt modelId="{63458787-F76A-4FFB-9862-5BC38EC1279A}">
      <dgm:prSet/>
      <dgm:spPr/>
      <dgm:t>
        <a:bodyPr/>
        <a:lstStyle/>
        <a:p>
          <a:r>
            <a:rPr lang="en-US"/>
            <a:t>Goods UI and UX better experience</a:t>
          </a:r>
        </a:p>
      </dgm:t>
    </dgm:pt>
    <dgm:pt modelId="{F92DE262-07BB-479A-9866-91716DA02420}" type="parTrans" cxnId="{342E2968-F2A7-4264-AAAE-A7E31E014B12}">
      <dgm:prSet/>
      <dgm:spPr/>
      <dgm:t>
        <a:bodyPr/>
        <a:lstStyle/>
        <a:p>
          <a:endParaRPr lang="en-US"/>
        </a:p>
      </dgm:t>
    </dgm:pt>
    <dgm:pt modelId="{37502656-007C-4AEE-985E-C3B53C6542E6}" type="sibTrans" cxnId="{342E2968-F2A7-4264-AAAE-A7E31E014B12}">
      <dgm:prSet/>
      <dgm:spPr/>
      <dgm:t>
        <a:bodyPr/>
        <a:lstStyle/>
        <a:p>
          <a:endParaRPr lang="en-US"/>
        </a:p>
      </dgm:t>
    </dgm:pt>
    <dgm:pt modelId="{ED2F7566-5BBC-45FB-9DD2-8602F325A09D}" type="pres">
      <dgm:prSet presAssocID="{A99E53BE-5C2D-440B-BBAF-6027E4361ECE}" presName="Name0" presStyleCnt="0">
        <dgm:presLayoutVars>
          <dgm:dir/>
          <dgm:animLvl val="lvl"/>
          <dgm:resizeHandles val="exact"/>
        </dgm:presLayoutVars>
      </dgm:prSet>
      <dgm:spPr/>
    </dgm:pt>
    <dgm:pt modelId="{1D3D991F-2ADE-428C-B9E4-D57E659BE7FE}" type="pres">
      <dgm:prSet presAssocID="{92876CA7-CD6E-4EBC-9A11-27A4A0867BC8}" presName="linNode" presStyleCnt="0"/>
      <dgm:spPr/>
    </dgm:pt>
    <dgm:pt modelId="{E84C79C7-0692-4B41-9121-509CCF11E1F1}" type="pres">
      <dgm:prSet presAssocID="{92876CA7-CD6E-4EBC-9A11-27A4A0867BC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2A0820D5-F04C-4FB1-A4C1-16821F6F7BCB}" type="pres">
      <dgm:prSet presAssocID="{2B0BF221-FC7B-4F3D-A201-D9A8E2209492}" presName="sp" presStyleCnt="0"/>
      <dgm:spPr/>
    </dgm:pt>
    <dgm:pt modelId="{62705E0A-BEF7-4B8C-890D-38F80083F535}" type="pres">
      <dgm:prSet presAssocID="{9CEF210E-5517-46C6-BDB9-7804CBB773BD}" presName="linNode" presStyleCnt="0"/>
      <dgm:spPr/>
    </dgm:pt>
    <dgm:pt modelId="{A5BC42F1-F258-4F57-8E11-B9DCEA27F565}" type="pres">
      <dgm:prSet presAssocID="{9CEF210E-5517-46C6-BDB9-7804CBB773B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B29F704-C418-48D0-8CDC-4DDEF119F8E9}" type="pres">
      <dgm:prSet presAssocID="{2D281346-F84E-4BBA-B3F6-A39C42C6ADA3}" presName="sp" presStyleCnt="0"/>
      <dgm:spPr/>
    </dgm:pt>
    <dgm:pt modelId="{9082ADB4-53AA-4044-BBC6-BA83A60B1ABD}" type="pres">
      <dgm:prSet presAssocID="{D92ECBDC-0A2C-4E46-A94F-BC1D5186B835}" presName="linNode" presStyleCnt="0"/>
      <dgm:spPr/>
    </dgm:pt>
    <dgm:pt modelId="{C0DD72F4-746C-4F91-A748-04BB891B7AF7}" type="pres">
      <dgm:prSet presAssocID="{D92ECBDC-0A2C-4E46-A94F-BC1D5186B83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850C8972-175E-489E-85B1-75AF61DAD6BA}" type="pres">
      <dgm:prSet presAssocID="{A3B650A2-DCAB-47F7-BD0B-325E20038952}" presName="sp" presStyleCnt="0"/>
      <dgm:spPr/>
    </dgm:pt>
    <dgm:pt modelId="{5F036B09-A9A0-46B4-BA36-96D1A6047F2F}" type="pres">
      <dgm:prSet presAssocID="{63458787-F76A-4FFB-9862-5BC38EC1279A}" presName="linNode" presStyleCnt="0"/>
      <dgm:spPr/>
    </dgm:pt>
    <dgm:pt modelId="{5493C4AD-4721-4AF2-99E0-7F16AE715A15}" type="pres">
      <dgm:prSet presAssocID="{63458787-F76A-4FFB-9862-5BC38EC1279A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2DE7FF32-A05C-4D5E-9CCF-A5081AE3E255}" srcId="{A99E53BE-5C2D-440B-BBAF-6027E4361ECE}" destId="{D92ECBDC-0A2C-4E46-A94F-BC1D5186B835}" srcOrd="2" destOrd="0" parTransId="{C9B52811-56FE-4706-A9B9-0E09DB4D3A3D}" sibTransId="{A3B650A2-DCAB-47F7-BD0B-325E20038952}"/>
    <dgm:cxn modelId="{23DE5E35-973E-4983-B25D-173144275E20}" type="presOf" srcId="{9CEF210E-5517-46C6-BDB9-7804CBB773BD}" destId="{A5BC42F1-F258-4F57-8E11-B9DCEA27F565}" srcOrd="0" destOrd="0" presId="urn:microsoft.com/office/officeart/2005/8/layout/vList5"/>
    <dgm:cxn modelId="{342E2968-F2A7-4264-AAAE-A7E31E014B12}" srcId="{A99E53BE-5C2D-440B-BBAF-6027E4361ECE}" destId="{63458787-F76A-4FFB-9862-5BC38EC1279A}" srcOrd="3" destOrd="0" parTransId="{F92DE262-07BB-479A-9866-91716DA02420}" sibTransId="{37502656-007C-4AEE-985E-C3B53C6542E6}"/>
    <dgm:cxn modelId="{DAE2559B-D2AA-4D88-9295-295796119A2C}" type="presOf" srcId="{A99E53BE-5C2D-440B-BBAF-6027E4361ECE}" destId="{ED2F7566-5BBC-45FB-9DD2-8602F325A09D}" srcOrd="0" destOrd="0" presId="urn:microsoft.com/office/officeart/2005/8/layout/vList5"/>
    <dgm:cxn modelId="{9015219C-D25A-42A3-A5B4-68C9181BAB3B}" type="presOf" srcId="{92876CA7-CD6E-4EBC-9A11-27A4A0867BC8}" destId="{E84C79C7-0692-4B41-9121-509CCF11E1F1}" srcOrd="0" destOrd="0" presId="urn:microsoft.com/office/officeart/2005/8/layout/vList5"/>
    <dgm:cxn modelId="{D526DFAD-5F74-4BAE-A6D7-136397F31B88}" type="presOf" srcId="{D92ECBDC-0A2C-4E46-A94F-BC1D5186B835}" destId="{C0DD72F4-746C-4F91-A748-04BB891B7AF7}" srcOrd="0" destOrd="0" presId="urn:microsoft.com/office/officeart/2005/8/layout/vList5"/>
    <dgm:cxn modelId="{D8F3E0B6-3316-4E5B-9AEE-4C52B447413F}" srcId="{A99E53BE-5C2D-440B-BBAF-6027E4361ECE}" destId="{92876CA7-CD6E-4EBC-9A11-27A4A0867BC8}" srcOrd="0" destOrd="0" parTransId="{BE821B39-B997-48CB-8256-EB2330369EFE}" sibTransId="{2B0BF221-FC7B-4F3D-A201-D9A8E2209492}"/>
    <dgm:cxn modelId="{0F20AFC3-2542-4322-B7A0-2C960569EDDA}" type="presOf" srcId="{63458787-F76A-4FFB-9862-5BC38EC1279A}" destId="{5493C4AD-4721-4AF2-99E0-7F16AE715A15}" srcOrd="0" destOrd="0" presId="urn:microsoft.com/office/officeart/2005/8/layout/vList5"/>
    <dgm:cxn modelId="{016B8CC4-E735-4E81-AF4D-1A04231E4804}" srcId="{A99E53BE-5C2D-440B-BBAF-6027E4361ECE}" destId="{9CEF210E-5517-46C6-BDB9-7804CBB773BD}" srcOrd="1" destOrd="0" parTransId="{05230E44-EA04-4E04-9299-E323DE2F591F}" sibTransId="{2D281346-F84E-4BBA-B3F6-A39C42C6ADA3}"/>
    <dgm:cxn modelId="{3F105F11-D2B5-42DC-84BF-E59706EE0F41}" type="presParOf" srcId="{ED2F7566-5BBC-45FB-9DD2-8602F325A09D}" destId="{1D3D991F-2ADE-428C-B9E4-D57E659BE7FE}" srcOrd="0" destOrd="0" presId="urn:microsoft.com/office/officeart/2005/8/layout/vList5"/>
    <dgm:cxn modelId="{1F1CFA9B-200D-434E-9161-BA49F916C836}" type="presParOf" srcId="{1D3D991F-2ADE-428C-B9E4-D57E659BE7FE}" destId="{E84C79C7-0692-4B41-9121-509CCF11E1F1}" srcOrd="0" destOrd="0" presId="urn:microsoft.com/office/officeart/2005/8/layout/vList5"/>
    <dgm:cxn modelId="{A76F08BF-761D-4A9D-B6A8-4481E13CEDEC}" type="presParOf" srcId="{ED2F7566-5BBC-45FB-9DD2-8602F325A09D}" destId="{2A0820D5-F04C-4FB1-A4C1-16821F6F7BCB}" srcOrd="1" destOrd="0" presId="urn:microsoft.com/office/officeart/2005/8/layout/vList5"/>
    <dgm:cxn modelId="{CAC243AC-9A4C-4F58-842B-7080A80F82D8}" type="presParOf" srcId="{ED2F7566-5BBC-45FB-9DD2-8602F325A09D}" destId="{62705E0A-BEF7-4B8C-890D-38F80083F535}" srcOrd="2" destOrd="0" presId="urn:microsoft.com/office/officeart/2005/8/layout/vList5"/>
    <dgm:cxn modelId="{F4ED4F06-2685-4D9F-860D-84A3BB552B53}" type="presParOf" srcId="{62705E0A-BEF7-4B8C-890D-38F80083F535}" destId="{A5BC42F1-F258-4F57-8E11-B9DCEA27F565}" srcOrd="0" destOrd="0" presId="urn:microsoft.com/office/officeart/2005/8/layout/vList5"/>
    <dgm:cxn modelId="{E48AEC62-FB4E-4F1C-AEFD-53F27B9A8ACA}" type="presParOf" srcId="{ED2F7566-5BBC-45FB-9DD2-8602F325A09D}" destId="{9B29F704-C418-48D0-8CDC-4DDEF119F8E9}" srcOrd="3" destOrd="0" presId="urn:microsoft.com/office/officeart/2005/8/layout/vList5"/>
    <dgm:cxn modelId="{859DDAC2-D1F2-4584-80C7-E649579E4CF0}" type="presParOf" srcId="{ED2F7566-5BBC-45FB-9DD2-8602F325A09D}" destId="{9082ADB4-53AA-4044-BBC6-BA83A60B1ABD}" srcOrd="4" destOrd="0" presId="urn:microsoft.com/office/officeart/2005/8/layout/vList5"/>
    <dgm:cxn modelId="{A8EFE698-AEE4-45A8-AC62-647C92326800}" type="presParOf" srcId="{9082ADB4-53AA-4044-BBC6-BA83A60B1ABD}" destId="{C0DD72F4-746C-4F91-A748-04BB891B7AF7}" srcOrd="0" destOrd="0" presId="urn:microsoft.com/office/officeart/2005/8/layout/vList5"/>
    <dgm:cxn modelId="{95829206-2691-41DF-B303-CFC81824FB9C}" type="presParOf" srcId="{ED2F7566-5BBC-45FB-9DD2-8602F325A09D}" destId="{850C8972-175E-489E-85B1-75AF61DAD6BA}" srcOrd="5" destOrd="0" presId="urn:microsoft.com/office/officeart/2005/8/layout/vList5"/>
    <dgm:cxn modelId="{077B0A33-995E-47C6-A10F-447FC44CCFD9}" type="presParOf" srcId="{ED2F7566-5BBC-45FB-9DD2-8602F325A09D}" destId="{5F036B09-A9A0-46B4-BA36-96D1A6047F2F}" srcOrd="6" destOrd="0" presId="urn:microsoft.com/office/officeart/2005/8/layout/vList5"/>
    <dgm:cxn modelId="{DA4AB2F4-00EA-4476-97C1-606DC54AFF30}" type="presParOf" srcId="{5F036B09-A9A0-46B4-BA36-96D1A6047F2F}" destId="{5493C4AD-4721-4AF2-99E0-7F16AE715A1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157B95-BD54-4325-8407-BA64F99502E4}">
      <dsp:nvSpPr>
        <dsp:cNvPr id="0" name=""/>
        <dsp:cNvSpPr/>
      </dsp:nvSpPr>
      <dsp:spPr>
        <a:xfrm>
          <a:off x="337343" y="231396"/>
          <a:ext cx="811561" cy="8115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0B85B-715B-4994-A352-027C94A07B55}">
      <dsp:nvSpPr>
        <dsp:cNvPr id="0" name=""/>
        <dsp:cNvSpPr/>
      </dsp:nvSpPr>
      <dsp:spPr>
        <a:xfrm>
          <a:off x="507771" y="401824"/>
          <a:ext cx="470705" cy="4707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9315A-8C0F-4578-B8D2-24C443BD7DF2}">
      <dsp:nvSpPr>
        <dsp:cNvPr id="0" name=""/>
        <dsp:cNvSpPr/>
      </dsp:nvSpPr>
      <dsp:spPr>
        <a:xfrm>
          <a:off x="1322811" y="231396"/>
          <a:ext cx="1912966" cy="811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 EXPERIENCE</a:t>
          </a:r>
        </a:p>
      </dsp:txBody>
      <dsp:txXfrm>
        <a:off x="1322811" y="231396"/>
        <a:ext cx="1912966" cy="811561"/>
      </dsp:txXfrm>
    </dsp:sp>
    <dsp:sp modelId="{B0949670-93BA-4C0A-AD88-6F27F8042C20}">
      <dsp:nvSpPr>
        <dsp:cNvPr id="0" name=""/>
        <dsp:cNvSpPr/>
      </dsp:nvSpPr>
      <dsp:spPr>
        <a:xfrm>
          <a:off x="3569097" y="231396"/>
          <a:ext cx="811561" cy="8115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93E6DC-BBBB-4827-894B-BEC28DD797A8}">
      <dsp:nvSpPr>
        <dsp:cNvPr id="0" name=""/>
        <dsp:cNvSpPr/>
      </dsp:nvSpPr>
      <dsp:spPr>
        <a:xfrm>
          <a:off x="3739525" y="401824"/>
          <a:ext cx="470705" cy="4707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BE771-9E92-4563-9030-94F9E574104E}">
      <dsp:nvSpPr>
        <dsp:cNvPr id="0" name=""/>
        <dsp:cNvSpPr/>
      </dsp:nvSpPr>
      <dsp:spPr>
        <a:xfrm>
          <a:off x="4554565" y="231396"/>
          <a:ext cx="1912966" cy="811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DEFINITION:</a:t>
          </a:r>
        </a:p>
      </dsp:txBody>
      <dsp:txXfrm>
        <a:off x="4554565" y="231396"/>
        <a:ext cx="1912966" cy="811561"/>
      </dsp:txXfrm>
    </dsp:sp>
    <dsp:sp modelId="{08F1EBF2-5986-4391-B0D3-E1345ED20D35}">
      <dsp:nvSpPr>
        <dsp:cNvPr id="0" name=""/>
        <dsp:cNvSpPr/>
      </dsp:nvSpPr>
      <dsp:spPr>
        <a:xfrm>
          <a:off x="6800851" y="231396"/>
          <a:ext cx="811561" cy="8115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40AFD-E587-46D8-BF95-A270C371D96F}">
      <dsp:nvSpPr>
        <dsp:cNvPr id="0" name=""/>
        <dsp:cNvSpPr/>
      </dsp:nvSpPr>
      <dsp:spPr>
        <a:xfrm>
          <a:off x="6971279" y="401824"/>
          <a:ext cx="470705" cy="4707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A2E31-F05A-4A05-9DA3-9E4889E59079}">
      <dsp:nvSpPr>
        <dsp:cNvPr id="0" name=""/>
        <dsp:cNvSpPr/>
      </dsp:nvSpPr>
      <dsp:spPr>
        <a:xfrm>
          <a:off x="7786318" y="231396"/>
          <a:ext cx="1912966" cy="811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describe how a user feels while using a product</a:t>
          </a:r>
        </a:p>
      </dsp:txBody>
      <dsp:txXfrm>
        <a:off x="7786318" y="231396"/>
        <a:ext cx="1912966" cy="811561"/>
      </dsp:txXfrm>
    </dsp:sp>
    <dsp:sp modelId="{4FE7FB42-8C55-4F2B-9BB0-726097D9B54B}">
      <dsp:nvSpPr>
        <dsp:cNvPr id="0" name=""/>
        <dsp:cNvSpPr/>
      </dsp:nvSpPr>
      <dsp:spPr>
        <a:xfrm>
          <a:off x="337343" y="1789278"/>
          <a:ext cx="811561" cy="8115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5D65E-4E2C-40F4-95AF-6CCC16A76C69}">
      <dsp:nvSpPr>
        <dsp:cNvPr id="0" name=""/>
        <dsp:cNvSpPr/>
      </dsp:nvSpPr>
      <dsp:spPr>
        <a:xfrm>
          <a:off x="507771" y="1959706"/>
          <a:ext cx="470705" cy="4707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FDDE1-E2B9-44EA-91D4-64221E8CF1A2}">
      <dsp:nvSpPr>
        <dsp:cNvPr id="0" name=""/>
        <dsp:cNvSpPr/>
      </dsp:nvSpPr>
      <dsp:spPr>
        <a:xfrm>
          <a:off x="1322811" y="1789278"/>
          <a:ext cx="1912966" cy="811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UX focuses on easy to use satisfaction and efficiency</a:t>
          </a:r>
        </a:p>
      </dsp:txBody>
      <dsp:txXfrm>
        <a:off x="1322811" y="1789278"/>
        <a:ext cx="1912966" cy="811561"/>
      </dsp:txXfrm>
    </dsp:sp>
    <dsp:sp modelId="{E741AB66-1713-4841-8840-7CD66E241639}">
      <dsp:nvSpPr>
        <dsp:cNvPr id="0" name=""/>
        <dsp:cNvSpPr/>
      </dsp:nvSpPr>
      <dsp:spPr>
        <a:xfrm>
          <a:off x="3569097" y="1789278"/>
          <a:ext cx="811561" cy="8115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331CE-C678-4BBF-8006-8F650CAB12F3}">
      <dsp:nvSpPr>
        <dsp:cNvPr id="0" name=""/>
        <dsp:cNvSpPr/>
      </dsp:nvSpPr>
      <dsp:spPr>
        <a:xfrm>
          <a:off x="3739525" y="1959706"/>
          <a:ext cx="470705" cy="4707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C1807-0517-4478-95D3-1A27B4BE29AD}">
      <dsp:nvSpPr>
        <dsp:cNvPr id="0" name=""/>
        <dsp:cNvSpPr/>
      </dsp:nvSpPr>
      <dsp:spPr>
        <a:xfrm>
          <a:off x="4554565" y="1789278"/>
          <a:ext cx="1912966" cy="811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Goods UX helps user complete tasks easily</a:t>
          </a:r>
        </a:p>
      </dsp:txBody>
      <dsp:txXfrm>
        <a:off x="4554565" y="1789278"/>
        <a:ext cx="1912966" cy="811561"/>
      </dsp:txXfrm>
    </dsp:sp>
    <dsp:sp modelId="{3F30B521-42B1-469A-9A10-84D223D95166}">
      <dsp:nvSpPr>
        <dsp:cNvPr id="0" name=""/>
        <dsp:cNvSpPr/>
      </dsp:nvSpPr>
      <dsp:spPr>
        <a:xfrm>
          <a:off x="6800851" y="1789278"/>
          <a:ext cx="811561" cy="8115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67085-5079-4312-B14D-F352C730AFAF}">
      <dsp:nvSpPr>
        <dsp:cNvPr id="0" name=""/>
        <dsp:cNvSpPr/>
      </dsp:nvSpPr>
      <dsp:spPr>
        <a:xfrm>
          <a:off x="6971279" y="1959706"/>
          <a:ext cx="470705" cy="4707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C8F4A-1308-4451-8453-7FE578686E17}">
      <dsp:nvSpPr>
        <dsp:cNvPr id="0" name=""/>
        <dsp:cNvSpPr/>
      </dsp:nvSpPr>
      <dsp:spPr>
        <a:xfrm>
          <a:off x="7786318" y="1789278"/>
          <a:ext cx="1912966" cy="811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EXAMPLE</a:t>
          </a:r>
        </a:p>
      </dsp:txBody>
      <dsp:txXfrm>
        <a:off x="7786318" y="1789278"/>
        <a:ext cx="1912966" cy="811561"/>
      </dsp:txXfrm>
    </dsp:sp>
    <dsp:sp modelId="{3B686E1B-F849-44A4-8E77-C3A323594B32}">
      <dsp:nvSpPr>
        <dsp:cNvPr id="0" name=""/>
        <dsp:cNvSpPr/>
      </dsp:nvSpPr>
      <dsp:spPr>
        <a:xfrm>
          <a:off x="337343" y="3347159"/>
          <a:ext cx="811561" cy="8115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1C272-E8CF-4A58-B30A-695B82A2F788}">
      <dsp:nvSpPr>
        <dsp:cNvPr id="0" name=""/>
        <dsp:cNvSpPr/>
      </dsp:nvSpPr>
      <dsp:spPr>
        <a:xfrm>
          <a:off x="507771" y="3517587"/>
          <a:ext cx="470705" cy="4707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41B57-3157-4349-836E-C88E895DA83D}">
      <dsp:nvSpPr>
        <dsp:cNvPr id="0" name=""/>
        <dsp:cNvSpPr/>
      </dsp:nvSpPr>
      <dsp:spPr>
        <a:xfrm>
          <a:off x="1322811" y="3347159"/>
          <a:ext cx="1912966" cy="811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.Easy navigation </a:t>
          </a:r>
        </a:p>
      </dsp:txBody>
      <dsp:txXfrm>
        <a:off x="1322811" y="3347159"/>
        <a:ext cx="1912966" cy="811561"/>
      </dsp:txXfrm>
    </dsp:sp>
    <dsp:sp modelId="{9115F690-3034-4BD1-BD8B-22E64922165C}">
      <dsp:nvSpPr>
        <dsp:cNvPr id="0" name=""/>
        <dsp:cNvSpPr/>
      </dsp:nvSpPr>
      <dsp:spPr>
        <a:xfrm>
          <a:off x="3569097" y="3347159"/>
          <a:ext cx="811561" cy="8115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74601-873C-474D-92AC-22BC0101CCEA}">
      <dsp:nvSpPr>
        <dsp:cNvPr id="0" name=""/>
        <dsp:cNvSpPr/>
      </dsp:nvSpPr>
      <dsp:spPr>
        <a:xfrm>
          <a:off x="3739525" y="3517587"/>
          <a:ext cx="470705" cy="4707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C85AB-4ED9-489A-A9C5-11E787A9BA09}">
      <dsp:nvSpPr>
        <dsp:cNvPr id="0" name=""/>
        <dsp:cNvSpPr/>
      </dsp:nvSpPr>
      <dsp:spPr>
        <a:xfrm>
          <a:off x="4554565" y="3347159"/>
          <a:ext cx="1912966" cy="811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.Delivery app</a:t>
          </a:r>
        </a:p>
      </dsp:txBody>
      <dsp:txXfrm>
        <a:off x="4554565" y="3347159"/>
        <a:ext cx="1912966" cy="8115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C79C7-0692-4B41-9121-509CCF11E1F1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UI and UX work together to create better a digital product</a:t>
          </a:r>
        </a:p>
      </dsp:txBody>
      <dsp:txXfrm>
        <a:off x="3416125" y="53310"/>
        <a:ext cx="3683350" cy="945199"/>
      </dsp:txXfrm>
    </dsp:sp>
    <dsp:sp modelId="{A5BC42F1-F258-4F57-8E11-B9DCEA27F565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UI focuses on how the product  looks</a:t>
          </a:r>
        </a:p>
      </dsp:txBody>
      <dsp:txXfrm>
        <a:off x="3416125" y="1153149"/>
        <a:ext cx="3683350" cy="945199"/>
      </dsp:txXfrm>
    </dsp:sp>
    <dsp:sp modelId="{C0DD72F4-746C-4F91-A748-04BB891B7AF7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UX focuses on how the products works and feels</a:t>
          </a:r>
        </a:p>
      </dsp:txBody>
      <dsp:txXfrm>
        <a:off x="3416125" y="2252988"/>
        <a:ext cx="3683350" cy="945199"/>
      </dsp:txXfrm>
    </dsp:sp>
    <dsp:sp modelId="{5493C4AD-4721-4AF2-99E0-7F16AE715A15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Goods UI and UX better experience</a:t>
          </a:r>
        </a:p>
      </dsp:txBody>
      <dsp:txXfrm>
        <a:off x="3416125" y="3352827"/>
        <a:ext cx="3683350" cy="945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#6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DC5A1-7E69-4883-BCDD-1E73B01C059E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0CEEB-9D2D-4F57-8EF0-812D1E4D4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647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0CEEB-9D2D-4F57-8EF0-812D1E4D4C59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30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024F-65E5-2CFC-E7EF-19963BB71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2355D-30B8-CD22-52E4-BDDE18B58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357AE-F604-AC61-F76E-07371A44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7D596-EA9D-D245-4EFA-C72AEBC1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23895-E335-27CB-B77D-D8FFF588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99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9A74-D6AC-A1DB-7126-CD703B58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91733-1F1F-8ED7-C212-0BA820788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9F319-7539-2907-908E-CB1CB5E0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BD960-9C68-2767-EC9D-4FFC0BBE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05D1B-4E82-22BC-8D6C-A3A4EFC7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561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0320-F9A4-CB59-7FBD-04424FC5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3DA92-8D10-17E6-434A-FB0AEF26A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E4910-EB50-EA00-318A-39912A44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CD22-9BEE-F9F2-F4F1-46507174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C4B4E-2215-9D7D-1585-626BE718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3304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E79B-A069-C36E-D6FB-37D4A9741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B532C-076E-E43B-685E-0F44A0254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E79EA-02F6-C354-ACAD-D3ECAD380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20D53-2CE3-7501-CFE7-B7316AB5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E6434-8973-D6A4-3C50-4D6B5FA4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8B469-B49B-6DA1-186B-D345B1AB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2205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7590-3FD0-DBD0-D575-74B34C70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A9461-6B9F-A6D4-0D97-B2FFDDF6E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17CFB-5C29-391F-905C-6C64ECF54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472A1-CEEB-5A96-9E4E-903AB0BC3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B0E0C-4068-C7DC-6B28-63C68A746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5B0650-8A69-2664-4E68-11CB381EF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5D826-568F-6E96-27FE-B81E0130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7CCAC-E3DB-F6F6-F894-8A240567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992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E592-7863-1309-61D5-33CD7100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B55D01-B1EA-5155-7AE5-6FB5F3CB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F1596-52D0-B4E9-7C9D-3883291F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CC823-F1D2-C891-DF62-D5493714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992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68B71-15AD-A23D-D388-45D62405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CD1E1-A002-7DD8-5E62-4238C58D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A9DEE-DC19-870B-24B1-4E75880F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243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B438-C5C5-2951-026A-6C99D1D0D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341B-F23E-4455-7CAC-E7FA6C502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C037E-FFB5-4B0B-CFD6-7B3E02DB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6E56E-FE25-EE4A-0C1A-6F18093A9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59A54-D82C-4735-3FA2-8DD438F7C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E273A-73BA-9945-351F-F2DB0DBB6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873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42AD-B9FB-2B98-578E-89CF61C5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3DFB2-3BB7-BFE6-79C0-EADB9DD86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03F47-7A7E-28D6-B467-FB2C183E9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875BA-8555-AD78-7769-4BCEC24B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78A50-B3BA-4B13-E623-54A0432B0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332AF-C505-9248-DB47-2D56BAE6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846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772C-2A73-3EBA-9AFA-CC949C4A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7EA94-DFA1-CD26-06C6-237427D76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4724-86E8-811D-2BF5-9D0E8B07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CF986-0E6C-1AC9-0F6E-39F319FC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10CDE-7744-DA78-6608-9F31A201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3955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05FABB-3BE5-29E0-DC99-8E85225FC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7D6BA-30FA-444C-6A48-B9F705418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2C10B-DFDD-67B0-E1FE-CE48ED28D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99699-4284-6F9E-A60B-0EEF9AB3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79A42-C3E7-9E6B-155B-06D6C208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114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4A2D96-D211-5418-6DC5-CE32EE15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76D1-DA1F-1B6B-9780-3F7AD4A98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47075-1414-D4A2-2EE1-08A1E04E3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41D12-5F1E-4BE7-AC7F-7459CB544CB2}" type="datetimeFigureOut">
              <a:rPr lang="en-SG" smtClean="0"/>
              <a:t>8/10/2026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4C9FA-04F4-3C8E-C892-EC70923B4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D6A4E-27E4-6C5F-E000-6EE173BCD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C4823-EC9E-4499-BFE7-28CBCB2B68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423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Person writing on a notepad">
            <a:extLst>
              <a:ext uri="{FF2B5EF4-FFF2-40B4-BE49-F238E27FC236}">
                <a16:creationId xmlns:a16="http://schemas.microsoft.com/office/drawing/2014/main" id="{F51A9083-9CC1-47DD-CA66-6C6B271262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3177" b="1584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4B17-35D3-E34A-F0B1-2EADBF389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UI  AND  UX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62E0E-50CC-50EC-385E-ADA6BA860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25000" lnSpcReduction="20000"/>
          </a:bodyPr>
          <a:lstStyle/>
          <a:p>
            <a:r>
              <a:rPr lang="en-US" sz="600" dirty="0">
                <a:solidFill>
                  <a:srgbClr val="FFFFFF"/>
                </a:solidFill>
              </a:rPr>
              <a:t>                                               </a:t>
            </a:r>
          </a:p>
          <a:p>
            <a:endParaRPr lang="en-US" sz="600" dirty="0">
              <a:solidFill>
                <a:srgbClr val="FFFFFF"/>
              </a:solidFill>
            </a:endParaRPr>
          </a:p>
          <a:p>
            <a:r>
              <a:rPr lang="en-US" sz="9600" dirty="0">
                <a:solidFill>
                  <a:srgbClr val="FFFFFF"/>
                </a:solidFill>
              </a:rPr>
              <a:t>                        R.NOWFEEQE MEERA</a:t>
            </a:r>
          </a:p>
          <a:p>
            <a:r>
              <a:rPr lang="en-US" sz="9600" dirty="0">
                <a:solidFill>
                  <a:srgbClr val="FFFFFF"/>
                </a:solidFill>
              </a:rPr>
              <a:t>BSC AIML</a:t>
            </a:r>
          </a:p>
          <a:p>
            <a:endParaRPr lang="en-US" sz="600" dirty="0">
              <a:solidFill>
                <a:srgbClr val="FFFFFF"/>
              </a:solidFill>
            </a:endParaRPr>
          </a:p>
          <a:p>
            <a:r>
              <a:rPr lang="en-US" sz="600" dirty="0">
                <a:solidFill>
                  <a:srgbClr val="FFFFFF"/>
                </a:solidFill>
              </a:rPr>
              <a:t>              </a:t>
            </a:r>
            <a:endParaRPr lang="en-SG" sz="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10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E344A4-97DF-24A9-43BD-94239260B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/>
              <a:t>WHAT IS UI:</a:t>
            </a:r>
            <a:br>
              <a:rPr lang="en-US" sz="3700"/>
            </a:br>
            <a:r>
              <a:rPr lang="en-US" sz="3700"/>
              <a:t>                        USER INTERFACE</a:t>
            </a:r>
            <a:endParaRPr lang="en-SG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C08AE-777B-34BF-458E-42F19822A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DEFINITION</a:t>
            </a:r>
          </a:p>
          <a:p>
            <a:r>
              <a:rPr lang="en-US" sz="1700" dirty="0"/>
              <a:t>. It is the visual part of an application or website</a:t>
            </a:r>
          </a:p>
          <a:p>
            <a:r>
              <a:rPr lang="en-US" sz="1700" dirty="0"/>
              <a:t>It includes buttons icons </a:t>
            </a:r>
            <a:r>
              <a:rPr lang="en-US" sz="1700" dirty="0" err="1"/>
              <a:t>colour,font</a:t>
            </a:r>
            <a:r>
              <a:rPr lang="en-US" sz="1700" dirty="0"/>
              <a:t> and menu</a:t>
            </a:r>
          </a:p>
          <a:p>
            <a:r>
              <a:rPr lang="en-US" sz="1700" dirty="0"/>
              <a:t>Goods UI makes an application attractive and easy</a:t>
            </a:r>
          </a:p>
          <a:p>
            <a:endParaRPr lang="en-US" sz="1700" dirty="0"/>
          </a:p>
          <a:p>
            <a:r>
              <a:rPr lang="en-US" sz="1700" dirty="0"/>
              <a:t>EXAMPLE:</a:t>
            </a:r>
          </a:p>
          <a:p>
            <a:r>
              <a:rPr lang="en-US" sz="1700" dirty="0"/>
              <a:t>The button icons and screens in mobile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0379F-EACE-AA3E-F157-7D66BEE1A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2" r="19939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3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1F40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B61C4-E0E2-CB45-F052-273D5438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UI IMAGE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EBEED9-5B70-B9B3-4DF5-A979B9888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06" y="961812"/>
            <a:ext cx="4930987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7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9F5F5-4383-6A5F-F3DD-7CFF6103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UX ?</a:t>
            </a:r>
            <a:endParaRPr lang="en-S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B8127E-FF04-4D16-4D83-A9C92284CB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31711"/>
          <a:ext cx="10036629" cy="4390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631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BAAF-F39F-4A81-2F5D-11D58415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UX IMAGE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0087FD-1D56-B46F-4F6C-847CC6BED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315" y="1772022"/>
            <a:ext cx="4844628" cy="419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9DC1A-7B82-BC1D-162F-74554AC1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DIFFERENT BETWEEN UI AND UX</a:t>
            </a:r>
            <a:endParaRPr lang="en-S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EED61-F796-49E3-B670-3FE6C8C43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/>
              <a:t>UI                                                                                  UX</a:t>
            </a:r>
          </a:p>
          <a:p>
            <a:r>
              <a:rPr lang="en-US" sz="2000"/>
              <a:t>User interface                                               .User Experience</a:t>
            </a:r>
          </a:p>
          <a:p>
            <a:r>
              <a:rPr lang="en-US" sz="2000"/>
              <a:t>Visual appearance                                     .Overall Experience</a:t>
            </a:r>
          </a:p>
          <a:p>
            <a:r>
              <a:rPr lang="en-US" sz="2000"/>
              <a:t>Colors                                                              .Navigation</a:t>
            </a:r>
          </a:p>
          <a:p>
            <a:r>
              <a:rPr lang="en-US" sz="2000"/>
              <a:t>Buttons                                                           .Easy to use</a:t>
            </a:r>
          </a:p>
          <a:p>
            <a:r>
              <a:rPr lang="en-US" sz="2000"/>
              <a:t>Icons                                                                .Users Satisfication</a:t>
            </a:r>
          </a:p>
          <a:p>
            <a:r>
              <a:rPr lang="en-US" sz="2000"/>
              <a:t>Fonts                                                                .Task Completion</a:t>
            </a:r>
          </a:p>
          <a:p>
            <a:r>
              <a:rPr lang="en-US" sz="2000"/>
              <a:t>Screen                                                             .Problem Solving</a:t>
            </a:r>
          </a:p>
          <a:p>
            <a:r>
              <a:rPr lang="en-US" sz="2000"/>
              <a:t>Design </a:t>
            </a:r>
          </a:p>
          <a:p>
            <a:endParaRPr lang="en-US" sz="2000"/>
          </a:p>
          <a:p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3528917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D9E576-7216-82EB-F7CA-26B63544F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8" r="5613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2D5FF3-65ED-9E3D-A2E5-28C4EE5A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UI AND UX IMAGE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96C2DC-EF02-A80D-4430-8C33B23F6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453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47419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0C3F18-836F-CFDF-29F3-3A2CF58EED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859" b="118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CDC60-9C38-D2BB-BD7C-0B800AB1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UI AND UX CONCEPTS</a:t>
            </a:r>
            <a:endParaRPr lang="en-S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52BCF8-328A-A69F-78E2-E8DB4E77EA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12677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973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616D-EC5E-4BB4-B6A5-13972943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673" y="1668461"/>
            <a:ext cx="11811000" cy="3521075"/>
          </a:xfrm>
        </p:spPr>
        <p:txBody>
          <a:bodyPr/>
          <a:lstStyle/>
          <a:p>
            <a:r>
              <a:rPr lang="en-US" dirty="0"/>
              <a:t>THANKYOU!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EA544-8829-FFF0-F4A0-AE17E6D01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20" y="684211"/>
            <a:ext cx="5841380" cy="3348541"/>
          </a:xfrm>
        </p:spPr>
        <p:txBody>
          <a:bodyPr/>
          <a:lstStyle/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16081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186</Words>
  <Application>Microsoft Office PowerPoint</Application>
  <PresentationFormat>Widescreen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UI  AND  UX</vt:lpstr>
      <vt:lpstr>WHAT IS UI:                         USER INTERFACE</vt:lpstr>
      <vt:lpstr>UI IMAGE</vt:lpstr>
      <vt:lpstr>WHAT IS UX ?</vt:lpstr>
      <vt:lpstr>UX IMAGE</vt:lpstr>
      <vt:lpstr>DIFFERENT BETWEEN UI AND UX</vt:lpstr>
      <vt:lpstr>UI AND UX IMAGE</vt:lpstr>
      <vt:lpstr>UI AND UX CONCEPTS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2026-10-07T06:02:40Z</dcterms:created>
  <dcterms:modified xsi:type="dcterms:W3CDTF">2026-10-08T08:38:47Z</dcterms:modified>
</cp:coreProperties>
</file>